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04883B-B5A3-430C-A168-D0051C0233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D8AD45-3E93-4B4B-BAED-260AA2A9F4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BF3A829-017A-4D1E-809C-7D804068D9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92FEDBF-C4E5-4743-A9DB-0D41938DA2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BB5A51F-1676-457D-B4AE-A86780B3CD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A26A95C-EB39-4A1A-9001-5D85DBD730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D564954-4CBC-46D6-B68B-9CB3DE6C54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5C32D38-CD14-42D5-A2C5-BF6D3E1A8D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ABE2F49-F40E-4D61-ADFC-66B56DCFEC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F0624CD-6858-4DF0-9B59-D93BE5D260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216F18B-CB92-43B8-B700-DB0F2D4D8A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EE3D952-BCB3-496B-AEB1-752308923C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98CB0BC0-C831-4E19-A97B-AA286269EA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81EA3F-4E50-4576-A2A5-2D689D2EA10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F0D0AD-8F55-4BE0-87C9-345C415B768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A92793-816B-47EB-B61A-B7A56391A89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A2B935-DFF1-49F6-B966-554C3F7D0A6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217E13-D690-46E0-821E-16CBEB8A3D0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443875-8BDD-4ED6-9E9D-AB4CD86EB3A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45A48C-FF78-4428-B8DA-34208846EA1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9E3354-AADD-4B0D-969A-965AA9791AD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29AF3E-6058-4460-952D-2E1EF9A247C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12EEAF-0B89-49B4-A874-C49F5F68C80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8B763C-2E1A-4E69-ADAF-B04C4CA8A1E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A3141F-9BA0-44E5-9CD4-88FCA8DA86E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9D2803-AE01-4F56-80A5-CC2514A8158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Рисунок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65" name="Рисунок 4" descr="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66" name="TextBox 7"/>
          <p:cNvSpPr/>
          <p:nvPr/>
        </p:nvSpPr>
        <p:spPr>
          <a:xfrm>
            <a:off x="343440" y="4525560"/>
            <a:ext cx="77310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НАЗВАНИЕ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ПРЕЗЕНТАЦИИ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"/>
          <p:cNvSpPr/>
          <p:nvPr/>
        </p:nvSpPr>
        <p:spPr>
          <a:xfrm>
            <a:off x="343440" y="497880"/>
            <a:ext cx="7731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rgbClr val="49494d"/>
                </a:solidFill>
                <a:latin typeface="Arial"/>
              </a:rPr>
              <a:t>СЛАЙД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56120" y="149004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343440" y="497880"/>
            <a:ext cx="7731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rgbClr val="49494d"/>
                </a:solidFill>
                <a:latin typeface="Arial"/>
              </a:rPr>
              <a:t>СЛАЙД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2"/>
          <p:cNvSpPr/>
          <p:nvPr/>
        </p:nvSpPr>
        <p:spPr>
          <a:xfrm>
            <a:off x="343440" y="497880"/>
            <a:ext cx="7731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rgbClr val="49494d"/>
                </a:solidFill>
                <a:latin typeface="Arial"/>
              </a:rPr>
              <a:t>СЛАЙД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456120" y="149004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4"/>
          <p:cNvSpPr/>
          <p:nvPr/>
        </p:nvSpPr>
        <p:spPr>
          <a:xfrm>
            <a:off x="343440" y="497880"/>
            <a:ext cx="77310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ПЕРЕБИВОЧНЫЙ 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СЛАЙД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6"/>
          <p:cNvSpPr/>
          <p:nvPr/>
        </p:nvSpPr>
        <p:spPr>
          <a:xfrm>
            <a:off x="343440" y="497880"/>
            <a:ext cx="773136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ПЕРЕБИВОЧНЫЙ 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СЛАЙД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9"/>
          <p:cNvSpPr/>
          <p:nvPr/>
        </p:nvSpPr>
        <p:spPr>
          <a:xfrm>
            <a:off x="343440" y="497880"/>
            <a:ext cx="773136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ПЕРЕБИВОЧНЫЙ 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СЛАЙД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0"/>
          <p:cNvSpPr/>
          <p:nvPr/>
        </p:nvSpPr>
        <p:spPr>
          <a:xfrm>
            <a:off x="343440" y="497880"/>
            <a:ext cx="7731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ПЕРЕБИВОЧНЫЙ СЛАЙД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1"/>
          <p:cNvSpPr/>
          <p:nvPr/>
        </p:nvSpPr>
        <p:spPr>
          <a:xfrm>
            <a:off x="343440" y="497880"/>
            <a:ext cx="7731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ПЕРЕБИВОЧНЫЙ СЛАЙД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2"/>
          <p:cNvSpPr/>
          <p:nvPr/>
        </p:nvSpPr>
        <p:spPr>
          <a:xfrm>
            <a:off x="343440" y="497880"/>
            <a:ext cx="7731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ПЕРЕБИВОЧНЫЙ СЛАЙД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5"/>
          <p:cNvSpPr/>
          <p:nvPr/>
        </p:nvSpPr>
        <p:spPr>
          <a:xfrm>
            <a:off x="343440" y="497880"/>
            <a:ext cx="7731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rgbClr val="49494d"/>
                </a:solidFill>
                <a:latin typeface="Arial"/>
              </a:rPr>
              <a:t>СЛАЙД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456120" y="149004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Рисунок 5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83" name="Рисунок 4" descr="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84" name="TextBox 7"/>
          <p:cNvSpPr/>
          <p:nvPr/>
        </p:nvSpPr>
        <p:spPr>
          <a:xfrm>
            <a:off x="8376120" y="5578920"/>
            <a:ext cx="35218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Arial"/>
              </a:rPr>
              <a:t>СПАСИБО!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Application>LibreOffice/24.2.7.2$Linux_X86_64 LibreOffice_project/420$Build-2</Application>
  <AppVersion>15.0000</AppVersion>
  <Words>28</Words>
  <Paragraphs>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2019-04-23T07:28:41Z</dcterms:created>
  <dc:creator>Пользователь Microsoft Office</dc:creator>
  <dc:description/>
  <dc:language>en-US</dc:language>
  <cp:lastModifiedBy/>
  <dcterms:modified xsi:type="dcterms:W3CDTF">2026-06-09T16:05:11Z</dcterms:modified>
  <cp:revision>15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16</vt:i4>
  </property>
</Properties>
</file>